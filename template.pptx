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5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8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67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8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0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3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0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5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9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7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050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447E2-C37B-B72E-ED02-8678E6FAA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dirty="0"/>
              <a:t>OUR APP</a:t>
            </a:r>
            <a:br>
              <a:rPr lang="en-US" dirty="0"/>
            </a:br>
            <a:r>
              <a:rPr lang="en-US" sz="1200" dirty="0"/>
              <a:t>BY-</a:t>
            </a:r>
            <a:r>
              <a:rPr lang="en-US" sz="1200" dirty="0" err="1"/>
              <a:t>Susrhut</a:t>
            </a:r>
            <a:r>
              <a:rPr lang="en-US" sz="1200" dirty="0"/>
              <a:t> Banerjee</a:t>
            </a:r>
            <a:br>
              <a:rPr lang="en-US" sz="1200" dirty="0"/>
            </a:br>
            <a:r>
              <a:rPr lang="en-US" sz="1200" dirty="0"/>
              <a:t>Vidhi </a:t>
            </a:r>
            <a:r>
              <a:rPr lang="en-US" sz="1200" dirty="0" err="1"/>
              <a:t>bhalotia</a:t>
            </a:r>
            <a:br>
              <a:rPr lang="en-US" sz="1200" dirty="0"/>
            </a:br>
            <a:r>
              <a:rPr lang="en-US" sz="1200" dirty="0" err="1"/>
              <a:t>yuvraj</a:t>
            </a:r>
            <a:r>
              <a:rPr lang="en-US" sz="1200" dirty="0"/>
              <a:t> Chowdhary</a:t>
            </a:r>
            <a:br>
              <a:rPr lang="en-US" sz="1200" dirty="0"/>
            </a:br>
            <a:r>
              <a:rPr lang="en-US" sz="1200" dirty="0" err="1"/>
              <a:t>meghna</a:t>
            </a:r>
            <a:r>
              <a:rPr lang="en-US" sz="1200" dirty="0"/>
              <a:t> </a:t>
            </a:r>
            <a:r>
              <a:rPr lang="en-US" sz="1200" dirty="0" err="1"/>
              <a:t>sen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3E32C-6EF9-D23B-EB61-0B9EAB1D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dirty="0"/>
              <a:t>Lorem </a:t>
            </a:r>
            <a:r>
              <a:rPr lang="en-US" dirty="0" err="1"/>
              <a:t>ispum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161FD01-E7CC-3AEF-0D3A-3454744F37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39" r="5296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6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9EED-4028-2B8B-FCB5-6A531E4E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01C1D-3821-F822-73C0-667D7AD27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56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4D6F-06F2-5A40-249A-7AD50690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B48B-4C93-3A1C-A9F6-CDCF38F0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626C9-B4F6-0AD6-3A00-0239C4D8A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29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78834-D5F5-6C07-20B5-EE10477C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8092-8757-3470-E016-6B2F3E8E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8995F-3347-7023-1023-BA51E84AF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0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72D40-7824-4BF7-55C1-AEA5CF88A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4596-6457-8F8A-7CCD-A32F293C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26A3F-9ED0-FBA2-2F3C-F592381F3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316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C729-D976-8561-22D4-37DAFAD4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7A74-6965-A581-1855-B9B06B63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9965-DDC5-995F-0C7A-86197C351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03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62CA-4D11-9F81-4AAD-C845B8FF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9AD3-C1D4-9069-668C-BBDC022F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8898E-9958-2061-34D8-C06A4AD51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56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0C8E-1ED0-6BE1-0521-1D2B10A5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D553-E46A-5B4F-9411-ABC866DF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2730-1B8B-6417-4DCE-345981A86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82642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Univers Condensed</vt:lpstr>
      <vt:lpstr>ChronicleVTI</vt:lpstr>
      <vt:lpstr>OUR APP BY-Susrhut Banerjee Vidhi bhalotia yuvraj Chowdhary meghna sen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2</cp:revision>
  <dcterms:created xsi:type="dcterms:W3CDTF">2026-04-23T05:35:49Z</dcterms:created>
  <dcterms:modified xsi:type="dcterms:W3CDTF">2026-04-23T05:41:43Z</dcterms:modified>
</cp:coreProperties>
</file>